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95" r:id="rId3"/>
    <p:sldId id="290" r:id="rId4"/>
    <p:sldId id="291" r:id="rId5"/>
    <p:sldId id="292" r:id="rId6"/>
    <p:sldId id="297" r:id="rId7"/>
    <p:sldId id="293" r:id="rId8"/>
    <p:sldId id="288" r:id="rId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>
        <p:scale>
          <a:sx n="100" d="100"/>
          <a:sy n="100" d="100"/>
        </p:scale>
        <p:origin x="936" y="-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19/02/2026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19/02/2026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3.png"/><Relationship Id="rId7" Type="http://schemas.openxmlformats.org/officeDocument/2006/relationships/image" Target="NUL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José Alberto Peña Cruz , Pablo de Manuel Vicente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https://github.com/cccanvas-upv/cifoin-lab1.git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600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Utilizando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combinacion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sin y sio2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respectivamente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temenos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4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solo dos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refraccion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3 y 4 (TE1 y TM1)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material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(sio2).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plots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1 y 2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correspondientas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TE0 y TM0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intensidad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campos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concentra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centro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disminuye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la longitude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85455" y="2671278"/>
            <a:ext cx="19805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281672" y="2671278"/>
            <a:ext cx="17229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slab </a:t>
            </a:r>
            <a:r>
              <a:rPr lang="en-US" dirty="0"/>
              <a:t>= 150nm</a:t>
            </a:r>
            <a:endParaRPr lang="es-ES" dirty="0"/>
          </a:p>
        </p:txBody>
      </p:sp>
      <p:pic>
        <p:nvPicPr>
          <p:cNvPr id="10" name="Imagen 9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4DD46900-1980-8CD1-854E-CAD64FA171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030" y="1513053"/>
            <a:ext cx="5143180" cy="3000188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B3C3A16-0C41-9DB9-7293-2AAED7651B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536200"/>
            <a:ext cx="5082411" cy="2964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94400B4-EE16-8E85-AB54-E82FE3B29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1.2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radius?,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Total Loss (dB/90º) vs R &amp; neff_TE0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1045</TotalTime>
  <Words>621</Words>
  <Application>Microsoft Office PowerPoint</Application>
  <PresentationFormat>Panorámica</PresentationFormat>
  <Paragraphs>100</Paragraphs>
  <Slides>8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6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#2 – Wavelength behavior Wavelength 1.5-1.6 µm (step 0.01 µm) – width 1.2 µm</vt:lpstr>
      <vt:lpstr>Learning outcome #3 – Width dependence Width 0.6 - 1.6 µm (step 0.1 µm) – Wavelength 1.55 µm </vt:lpstr>
      <vt:lpstr>Learning outcome #4 – Waveguide compact model - Find the compact models of the following waveguides:  Deep waveguide, h=300nm, w=1.2um   - Shallow waveguide, core h=300nm, slab h=150 nm, w = 1.2um  </vt:lpstr>
      <vt:lpstr>Learning outcome #5 – Bend waveguide radius vs. loss – deep Find  neff_TE0 for wvl 1.55 µm, width 1.2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Jose Alberto Peña Cruz</cp:lastModifiedBy>
  <cp:revision>11</cp:revision>
  <dcterms:created xsi:type="dcterms:W3CDTF">2025-01-27T02:46:57Z</dcterms:created>
  <dcterms:modified xsi:type="dcterms:W3CDTF">2026-02-19T17:40:19Z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